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Lattice-Boltzmann Methods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Cardiac Monodomain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D2Q9 Formulation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Chapter 18  —  Cardiac Computational Modeling Textbook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18.1  The Monodomain Equation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7315200" cy="8249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57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tensor encodes fiber anisotropy: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856" y="2468880"/>
            <a:ext cx="5352288" cy="58521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3291840"/>
            <a:ext cx="76809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0584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D2Q9 Lattice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05840" y="374904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velocities:  1 rest  +  4 axial  +  4 diagonal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 w₀ = 4/9,    w₁₋₄ = 1/9,    w₅₋₈ = 1/36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Typical:  Dₗ ≈ 0.001 cm²/ms,   Dₜ ≈ 0.00025 cm²/ms   (4:1 ratio)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  Operator Splitting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Reaction  (local ODE)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node independently: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gating variables w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via Rush-Larsen  (eq 8.1)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Iᵢₒₙ(Vₘ, w)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intermediate Vₘ*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Diffusion  (LBM)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term couples reaction: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148840"/>
            <a:ext cx="2871537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37760" y="29260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collide → stream → recover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matrix assembly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iterative solve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local + nearest-neighbor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Godunov splitting (first-order) — Δt already small due to lattice resolution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18.3  BGK Collision with Source Term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(no advection):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005840"/>
            <a:ext cx="2218944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Non-reactive collision: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4418653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collision: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2523744" cy="58521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31520" y="3858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886200"/>
            <a:ext cx="3822192" cy="5852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4663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617720"/>
            <a:ext cx="2866189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18.4  MRT for Anisotropic Tissue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 uses single τ  →  isotropic only.  MRT unlocks per-axis relaxation rates.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τ–D relationship: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320" y="1965960"/>
            <a:ext cx="4785360" cy="11033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2880360"/>
            <a:ext cx="8412480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926080"/>
            <a:ext cx="7620000" cy="1286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Ghost-moment rates (s₃, s₄, …):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4389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Constructed via Gram-Schmidt orthogonalization of velocity products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parameters — do not affect the recovered PDE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choice:  s₃ = s₄ = … = 1.0  (maximum stability)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18.5  Boundary Conditions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tissue is electrically insulated  →  no current leaves the domain: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4240" y="1417320"/>
            <a:ext cx="2255520" cy="463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Half-way bounce-back  (2nd-order accurate):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472" y="2423160"/>
            <a:ext cx="4639056" cy="5547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108960"/>
            <a:ext cx="265176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3520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heading out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domain reverses direction.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flux = 0 at wall.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Corners: automatic.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91840" y="3108960"/>
            <a:ext cx="265176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747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D2Q9 Pairs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74720" y="3520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↔ 3,   2 ↔ 4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↔ 7,   6 ↔ 8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(i=0): never streamed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3108960"/>
            <a:ext cx="265176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Geometry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309360" y="3520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mask: tissue / void.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links precomputed.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Staircase ≈ OK for EP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pressure artifacts).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18.6  The Complete LBM-EP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33832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801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26080" y="123444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Iion(Vm, w);  update w via Rush-Larsen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792224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9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74650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1746504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-(Iion + Istim) / (χ Cm)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30428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25856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225856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fi* = fi + Ωi^NR + Ωi^R    (BGK or MRT)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281635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816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77063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26080" y="2770632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fi(x + ei·Δx) ← fi*(x)    for all 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32841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328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2826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Bounce-back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26080" y="3282696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f_ī(xb) ← fi*(xb)    at boundary nodes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38404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7947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926080" y="379476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Vm^(n+1) = Σi fi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matrix assembly  ·  No iterative solve  ·  Zero global synchronization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07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splitting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481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(Rush-Larsen ODE) then diffusion (LBM collision + streaming)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56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Ωᴺᴿ + Ωᴿ decomposition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311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Non-reactive handles diffusion; reactive injects ionic source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88336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066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 for anisotropy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9809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τ–D maps conductivity to per-axis relaxation; ghost moments via Gram-Schmidt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38144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56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730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Half-way bounce-back → 2nd-order no-flux Neumann; staircase geometry OK for EP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87952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GPU-native algorithm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loop — zero global sync, ideal for massive parallel parameter sweeps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LBM for Cardiac Monodomain — D2Q9</dc:title>
  <dc:subject>PptxGenJS Presentation</dc:subject>
  <dc:creator>Charley</dc:creator>
  <cp:lastModifiedBy>Charley</cp:lastModifiedBy>
  <cp:revision>1</cp:revision>
  <dcterms:created xsi:type="dcterms:W3CDTF">2026-02-27T05:15:21Z</dcterms:created>
  <dcterms:modified xsi:type="dcterms:W3CDTF">2026-02-27T05:15:21Z</dcterms:modified>
</cp:coreProperties>
</file>